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536" r:id="rId2"/>
    <p:sldId id="547" r:id="rId3"/>
    <p:sldId id="548" r:id="rId4"/>
    <p:sldId id="537" r:id="rId5"/>
    <p:sldId id="546" r:id="rId6"/>
    <p:sldId id="549" r:id="rId7"/>
    <p:sldId id="550" r:id="rId8"/>
    <p:sldId id="539" r:id="rId9"/>
    <p:sldId id="538" r:id="rId10"/>
    <p:sldId id="540" r:id="rId11"/>
    <p:sldId id="543" r:id="rId12"/>
    <p:sldId id="544" r:id="rId13"/>
    <p:sldId id="541" r:id="rId14"/>
    <p:sldId id="542" r:id="rId15"/>
    <p:sldId id="545" r:id="rId16"/>
  </p:sldIdLst>
  <p:sldSz cx="9144000" cy="6858000" type="screen4x3"/>
  <p:notesSz cx="6799263" cy="9929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FDF3D2-F22F-4267-B7D8-1A5EBD92D90C}" v="1" dt="2025-11-24T09:29:57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86432" autoAdjust="0"/>
  </p:normalViewPr>
  <p:slideViewPr>
    <p:cSldViewPr snapToGrid="0">
      <p:cViewPr varScale="1">
        <p:scale>
          <a:sx n="90" d="100"/>
          <a:sy n="90" d="100"/>
        </p:scale>
        <p:origin x="22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GALLUD CANO" userId="aa07a950-3061-465d-9845-1f16ea714d1e" providerId="ADAL" clId="{652E886E-EB52-40C6-999B-D6033CDA24D2}"/>
    <pc:docChg chg="undo custSel addSld modSld sldOrd modNotesMaster modHandout">
      <pc:chgData name="JORGE GALLUD CANO" userId="aa07a950-3061-465d-9845-1f16ea714d1e" providerId="ADAL" clId="{652E886E-EB52-40C6-999B-D6033CDA24D2}" dt="2025-11-24T09:38:28.111" v="513" actId="20577"/>
      <pc:docMkLst>
        <pc:docMk/>
      </pc:docMkLst>
      <pc:sldChg chg="modSp mod modNotesTx">
        <pc:chgData name="JORGE GALLUD CANO" userId="aa07a950-3061-465d-9845-1f16ea714d1e" providerId="ADAL" clId="{652E886E-EB52-40C6-999B-D6033CDA24D2}" dt="2025-11-17T10:01:55.505" v="150" actId="20577"/>
        <pc:sldMkLst>
          <pc:docMk/>
          <pc:sldMk cId="465850784" sldId="537"/>
        </pc:sldMkLst>
        <pc:spChg chg="mod">
          <ac:chgData name="JORGE GALLUD CANO" userId="aa07a950-3061-465d-9845-1f16ea714d1e" providerId="ADAL" clId="{652E886E-EB52-40C6-999B-D6033CDA24D2}" dt="2025-11-17T10:01:55.505" v="150" actId="20577"/>
          <ac:spMkLst>
            <pc:docMk/>
            <pc:sldMk cId="465850784" sldId="537"/>
            <ac:spMk id="3" creationId="{00000000-0000-0000-0000-000000000000}"/>
          </ac:spMkLst>
        </pc:spChg>
      </pc:sldChg>
      <pc:sldChg chg="addSp delSp modSp mod">
        <pc:chgData name="JORGE GALLUD CANO" userId="aa07a950-3061-465d-9845-1f16ea714d1e" providerId="ADAL" clId="{652E886E-EB52-40C6-999B-D6033CDA24D2}" dt="2025-11-17T08:49:50.740" v="39"/>
        <pc:sldMkLst>
          <pc:docMk/>
          <pc:sldMk cId="4067792214" sldId="538"/>
        </pc:sldMkLst>
        <pc:spChg chg="add mod">
          <ac:chgData name="JORGE GALLUD CANO" userId="aa07a950-3061-465d-9845-1f16ea714d1e" providerId="ADAL" clId="{652E886E-EB52-40C6-999B-D6033CDA24D2}" dt="2025-11-17T08:47:47.592" v="33" actId="1076"/>
          <ac:spMkLst>
            <pc:docMk/>
            <pc:sldMk cId="4067792214" sldId="538"/>
            <ac:spMk id="13" creationId="{91AF63C3-3837-6E51-7C8C-816436C42BDB}"/>
          </ac:spMkLst>
        </pc:spChg>
        <pc:spChg chg="add mod">
          <ac:chgData name="JORGE GALLUD CANO" userId="aa07a950-3061-465d-9845-1f16ea714d1e" providerId="ADAL" clId="{652E886E-EB52-40C6-999B-D6033CDA24D2}" dt="2025-11-17T08:48:19.647" v="38" actId="14100"/>
          <ac:spMkLst>
            <pc:docMk/>
            <pc:sldMk cId="4067792214" sldId="538"/>
            <ac:spMk id="15" creationId="{A50AEAE8-C5DE-E6EA-64A1-41E68686F96A}"/>
          </ac:spMkLst>
        </pc:spChg>
        <pc:picChg chg="add mod">
          <ac:chgData name="JORGE GALLUD CANO" userId="aa07a950-3061-465d-9845-1f16ea714d1e" providerId="ADAL" clId="{652E886E-EB52-40C6-999B-D6033CDA24D2}" dt="2025-11-17T08:49:50.740" v="39"/>
          <ac:picMkLst>
            <pc:docMk/>
            <pc:sldMk cId="4067792214" sldId="538"/>
            <ac:picMk id="2051" creationId="{B8DAF9F9-69A9-306C-8D82-01150D772A44}"/>
          </ac:picMkLst>
        </pc:picChg>
        <pc:picChg chg="add mod">
          <ac:chgData name="JORGE GALLUD CANO" userId="aa07a950-3061-465d-9845-1f16ea714d1e" providerId="ADAL" clId="{652E886E-EB52-40C6-999B-D6033CDA24D2}" dt="2025-11-17T08:46:39.609" v="18" actId="1076"/>
          <ac:picMkLst>
            <pc:docMk/>
            <pc:sldMk cId="4067792214" sldId="538"/>
            <ac:picMk id="2053" creationId="{7EF959A8-EA2C-2CCD-1A4B-678E679CB3CE}"/>
          </ac:picMkLst>
        </pc:picChg>
      </pc:sldChg>
      <pc:sldChg chg="ord">
        <pc:chgData name="JORGE GALLUD CANO" userId="aa07a950-3061-465d-9845-1f16ea714d1e" providerId="ADAL" clId="{652E886E-EB52-40C6-999B-D6033CDA24D2}" dt="2025-11-17T08:50:19.832" v="41"/>
        <pc:sldMkLst>
          <pc:docMk/>
          <pc:sldMk cId="1448990937" sldId="539"/>
        </pc:sldMkLst>
      </pc:sldChg>
      <pc:sldChg chg="modSp mod">
        <pc:chgData name="JORGE GALLUD CANO" userId="aa07a950-3061-465d-9845-1f16ea714d1e" providerId="ADAL" clId="{652E886E-EB52-40C6-999B-D6033CDA24D2}" dt="2025-11-24T09:38:28.111" v="513" actId="20577"/>
        <pc:sldMkLst>
          <pc:docMk/>
          <pc:sldMk cId="3848481124" sldId="541"/>
        </pc:sldMkLst>
        <pc:spChg chg="mod">
          <ac:chgData name="JORGE GALLUD CANO" userId="aa07a950-3061-465d-9845-1f16ea714d1e" providerId="ADAL" clId="{652E886E-EB52-40C6-999B-D6033CDA24D2}" dt="2025-11-24T09:38:28.111" v="513" actId="20577"/>
          <ac:spMkLst>
            <pc:docMk/>
            <pc:sldMk cId="3848481124" sldId="541"/>
            <ac:spMk id="3" creationId="{00000000-0000-0000-0000-000000000000}"/>
          </ac:spMkLst>
        </pc:spChg>
      </pc:sldChg>
      <pc:sldChg chg="modSp mod">
        <pc:chgData name="JORGE GALLUD CANO" userId="aa07a950-3061-465d-9845-1f16ea714d1e" providerId="ADAL" clId="{652E886E-EB52-40C6-999B-D6033CDA24D2}" dt="2025-11-18T10:02:42.123" v="317" actId="20577"/>
        <pc:sldMkLst>
          <pc:docMk/>
          <pc:sldMk cId="1306932417" sldId="542"/>
        </pc:sldMkLst>
        <pc:graphicFrameChg chg="modGraphic">
          <ac:chgData name="JORGE GALLUD CANO" userId="aa07a950-3061-465d-9845-1f16ea714d1e" providerId="ADAL" clId="{652E886E-EB52-40C6-999B-D6033CDA24D2}" dt="2025-11-18T10:02:42.123" v="317" actId="20577"/>
          <ac:graphicFrameMkLst>
            <pc:docMk/>
            <pc:sldMk cId="1306932417" sldId="542"/>
            <ac:graphicFrameMk id="4" creationId="{41C0237A-71FA-8EB3-C80C-9905220E8256}"/>
          </ac:graphicFrameMkLst>
        </pc:graphicFrameChg>
      </pc:sldChg>
      <pc:sldChg chg="modSp mod ord">
        <pc:chgData name="JORGE GALLUD CANO" userId="aa07a950-3061-465d-9845-1f16ea714d1e" providerId="ADAL" clId="{652E886E-EB52-40C6-999B-D6033CDA24D2}" dt="2025-11-24T09:32:50.561" v="489"/>
        <pc:sldMkLst>
          <pc:docMk/>
          <pc:sldMk cId="112043818" sldId="543"/>
        </pc:sldMkLst>
        <pc:graphicFrameChg chg="mod modGraphic">
          <ac:chgData name="JORGE GALLUD CANO" userId="aa07a950-3061-465d-9845-1f16ea714d1e" providerId="ADAL" clId="{652E886E-EB52-40C6-999B-D6033CDA24D2}" dt="2025-11-24T09:30:48.774" v="487" actId="20577"/>
          <ac:graphicFrameMkLst>
            <pc:docMk/>
            <pc:sldMk cId="112043818" sldId="543"/>
            <ac:graphicFrameMk id="3" creationId="{E28E1BA4-AFAB-F5ED-7946-C36A65407C07}"/>
          </ac:graphicFrameMkLst>
        </pc:graphicFrameChg>
      </pc:sldChg>
      <pc:sldChg chg="modSp mod ord">
        <pc:chgData name="JORGE GALLUD CANO" userId="aa07a950-3061-465d-9845-1f16ea714d1e" providerId="ADAL" clId="{652E886E-EB52-40C6-999B-D6033CDA24D2}" dt="2025-11-24T09:32:52.537" v="491"/>
        <pc:sldMkLst>
          <pc:docMk/>
          <pc:sldMk cId="3834304839" sldId="544"/>
        </pc:sldMkLst>
        <pc:graphicFrameChg chg="modGraphic">
          <ac:chgData name="JORGE GALLUD CANO" userId="aa07a950-3061-465d-9845-1f16ea714d1e" providerId="ADAL" clId="{652E886E-EB52-40C6-999B-D6033CDA24D2}" dt="2025-11-18T10:04:47.406" v="413" actId="20577"/>
          <ac:graphicFrameMkLst>
            <pc:docMk/>
            <pc:sldMk cId="3834304839" sldId="544"/>
            <ac:graphicFrameMk id="4" creationId="{DF9733B3-3BDF-EEBB-67C7-711A33ED6174}"/>
          </ac:graphicFrameMkLst>
        </pc:graphicFrameChg>
      </pc:sldChg>
      <pc:sldChg chg="modNotesTx">
        <pc:chgData name="JORGE GALLUD CANO" userId="aa07a950-3061-465d-9845-1f16ea714d1e" providerId="ADAL" clId="{652E886E-EB52-40C6-999B-D6033CDA24D2}" dt="2025-11-18T09:56:25.939" v="282" actId="20577"/>
        <pc:sldMkLst>
          <pc:docMk/>
          <pc:sldMk cId="4059919958" sldId="548"/>
        </pc:sldMkLst>
      </pc:sldChg>
      <pc:sldChg chg="add ord">
        <pc:chgData name="JORGE GALLUD CANO" userId="aa07a950-3061-465d-9845-1f16ea714d1e" providerId="ADAL" clId="{652E886E-EB52-40C6-999B-D6033CDA24D2}" dt="2025-11-17T08:50:19.832" v="41"/>
        <pc:sldMkLst>
          <pc:docMk/>
          <pc:sldMk cId="3794647123" sldId="550"/>
        </pc:sldMkLst>
      </pc:sldChg>
    </pc:docChg>
  </pc:docChgLst>
  <pc:docChgLst>
    <pc:chgData name="JORGE GALLUD CANO" userId="aa07a950-3061-465d-9845-1f16ea714d1e" providerId="ADAL" clId="{D5F518D7-5D08-48A0-AE37-FAC94EDFC64E}"/>
    <pc:docChg chg="undo custSel addSld delSld modSld sldOrd">
      <pc:chgData name="JORGE GALLUD CANO" userId="aa07a950-3061-465d-9845-1f16ea714d1e" providerId="ADAL" clId="{D5F518D7-5D08-48A0-AE37-FAC94EDFC64E}" dt="2025-11-18T08:59:27.166" v="167" actId="20577"/>
      <pc:docMkLst>
        <pc:docMk/>
      </pc:docMkLst>
      <pc:sldChg chg="modSp mod">
        <pc:chgData name="JORGE GALLUD CANO" userId="aa07a950-3061-465d-9845-1f16ea714d1e" providerId="ADAL" clId="{D5F518D7-5D08-48A0-AE37-FAC94EDFC64E}" dt="2025-11-17T07:45:07.507" v="91" actId="20577"/>
        <pc:sldMkLst>
          <pc:docMk/>
          <pc:sldMk cId="707880807" sldId="536"/>
        </pc:sldMkLst>
        <pc:spChg chg="mod">
          <ac:chgData name="JORGE GALLUD CANO" userId="aa07a950-3061-465d-9845-1f16ea714d1e" providerId="ADAL" clId="{D5F518D7-5D08-48A0-AE37-FAC94EDFC64E}" dt="2025-11-17T07:45:07.507" v="91" actId="20577"/>
          <ac:spMkLst>
            <pc:docMk/>
            <pc:sldMk cId="707880807" sldId="536"/>
            <ac:spMk id="17" creationId="{00000000-0000-0000-0000-000000000000}"/>
          </ac:spMkLst>
        </pc:spChg>
      </pc:sldChg>
      <pc:sldChg chg="addSp delSp modSp mod ord">
        <pc:chgData name="JORGE GALLUD CANO" userId="aa07a950-3061-465d-9845-1f16ea714d1e" providerId="ADAL" clId="{D5F518D7-5D08-48A0-AE37-FAC94EDFC64E}" dt="2025-11-17T07:51:23.518" v="120" actId="20577"/>
        <pc:sldMkLst>
          <pc:docMk/>
          <pc:sldMk cId="465850784" sldId="537"/>
        </pc:sldMkLst>
        <pc:spChg chg="mod">
          <ac:chgData name="JORGE GALLUD CANO" userId="aa07a950-3061-465d-9845-1f16ea714d1e" providerId="ADAL" clId="{D5F518D7-5D08-48A0-AE37-FAC94EDFC64E}" dt="2025-11-17T07:51:23.518" v="120" actId="20577"/>
          <ac:spMkLst>
            <pc:docMk/>
            <pc:sldMk cId="465850784" sldId="537"/>
            <ac:spMk id="3" creationId="{00000000-0000-0000-0000-000000000000}"/>
          </ac:spMkLst>
        </pc:spChg>
        <pc:picChg chg="add mod">
          <ac:chgData name="JORGE GALLUD CANO" userId="aa07a950-3061-465d-9845-1f16ea714d1e" providerId="ADAL" clId="{D5F518D7-5D08-48A0-AE37-FAC94EDFC64E}" dt="2025-11-10T22:23:55.503" v="72" actId="14100"/>
          <ac:picMkLst>
            <pc:docMk/>
            <pc:sldMk cId="465850784" sldId="537"/>
            <ac:picMk id="6" creationId="{F10E6129-06BF-3834-9919-137E0FAC502B}"/>
          </ac:picMkLst>
        </pc:picChg>
      </pc:sldChg>
      <pc:sldChg chg="modSp mod modShow">
        <pc:chgData name="JORGE GALLUD CANO" userId="aa07a950-3061-465d-9845-1f16ea714d1e" providerId="ADAL" clId="{D5F518D7-5D08-48A0-AE37-FAC94EDFC64E}" dt="2025-11-17T07:55:30.187" v="127" actId="729"/>
        <pc:sldMkLst>
          <pc:docMk/>
          <pc:sldMk cId="4067792214" sldId="538"/>
        </pc:sldMkLst>
      </pc:sldChg>
      <pc:sldChg chg="mod modShow">
        <pc:chgData name="JORGE GALLUD CANO" userId="aa07a950-3061-465d-9845-1f16ea714d1e" providerId="ADAL" clId="{D5F518D7-5D08-48A0-AE37-FAC94EDFC64E}" dt="2025-11-17T07:55:30.187" v="127" actId="729"/>
        <pc:sldMkLst>
          <pc:docMk/>
          <pc:sldMk cId="1448990937" sldId="539"/>
        </pc:sldMkLst>
      </pc:sldChg>
      <pc:sldChg chg="modSp mod">
        <pc:chgData name="JORGE GALLUD CANO" userId="aa07a950-3061-465d-9845-1f16ea714d1e" providerId="ADAL" clId="{D5F518D7-5D08-48A0-AE37-FAC94EDFC64E}" dt="2025-11-18T08:59:27.166" v="167" actId="20577"/>
        <pc:sldMkLst>
          <pc:docMk/>
          <pc:sldMk cId="955192983" sldId="540"/>
        </pc:sldMkLst>
        <pc:spChg chg="mod">
          <ac:chgData name="JORGE GALLUD CANO" userId="aa07a950-3061-465d-9845-1f16ea714d1e" providerId="ADAL" clId="{D5F518D7-5D08-48A0-AE37-FAC94EDFC64E}" dt="2025-11-18T08:59:27.166" v="167" actId="20577"/>
          <ac:spMkLst>
            <pc:docMk/>
            <pc:sldMk cId="955192983" sldId="540"/>
            <ac:spMk id="3" creationId="{00000000-0000-0000-0000-000000000000}"/>
          </ac:spMkLst>
        </pc:spChg>
      </pc:sldChg>
      <pc:sldChg chg="modSp mod">
        <pc:chgData name="JORGE GALLUD CANO" userId="aa07a950-3061-465d-9845-1f16ea714d1e" providerId="ADAL" clId="{D5F518D7-5D08-48A0-AE37-FAC94EDFC64E}" dt="2025-11-10T22:24:48.795" v="78" actId="20577"/>
        <pc:sldMkLst>
          <pc:docMk/>
          <pc:sldMk cId="1306932417" sldId="542"/>
        </pc:sldMkLst>
        <pc:spChg chg="mod">
          <ac:chgData name="JORGE GALLUD CANO" userId="aa07a950-3061-465d-9845-1f16ea714d1e" providerId="ADAL" clId="{D5F518D7-5D08-48A0-AE37-FAC94EDFC64E}" dt="2025-11-10T22:24:48.795" v="78" actId="20577"/>
          <ac:spMkLst>
            <pc:docMk/>
            <pc:sldMk cId="1306932417" sldId="542"/>
            <ac:spMk id="2" creationId="{9D1EB62C-530D-CAA1-C1E9-9A6797CF86C3}"/>
          </ac:spMkLst>
        </pc:spChg>
        <pc:graphicFrameChg chg="modGraphic">
          <ac:chgData name="JORGE GALLUD CANO" userId="aa07a950-3061-465d-9845-1f16ea714d1e" providerId="ADAL" clId="{D5F518D7-5D08-48A0-AE37-FAC94EDFC64E}" dt="2025-11-10T22:24:44.532" v="75" actId="20577"/>
          <ac:graphicFrameMkLst>
            <pc:docMk/>
            <pc:sldMk cId="1306932417" sldId="542"/>
            <ac:graphicFrameMk id="4" creationId="{41C0237A-71FA-8EB3-C80C-9905220E8256}"/>
          </ac:graphicFrameMkLst>
        </pc:graphicFrameChg>
      </pc:sldChg>
      <pc:sldChg chg="modSp mod">
        <pc:chgData name="JORGE GALLUD CANO" userId="aa07a950-3061-465d-9845-1f16ea714d1e" providerId="ADAL" clId="{D5F518D7-5D08-48A0-AE37-FAC94EDFC64E}" dt="2025-11-17T07:52:41.895" v="124" actId="20577"/>
        <pc:sldMkLst>
          <pc:docMk/>
          <pc:sldMk cId="112043818" sldId="543"/>
        </pc:sldMkLst>
        <pc:spChg chg="mod">
          <ac:chgData name="JORGE GALLUD CANO" userId="aa07a950-3061-465d-9845-1f16ea714d1e" providerId="ADAL" clId="{D5F518D7-5D08-48A0-AE37-FAC94EDFC64E}" dt="2025-11-17T07:52:41.895" v="124" actId="20577"/>
          <ac:spMkLst>
            <pc:docMk/>
            <pc:sldMk cId="112043818" sldId="543"/>
            <ac:spMk id="2" creationId="{416B60E7-869D-ED38-47FB-7AC984FDA41F}"/>
          </ac:spMkLst>
        </pc:spChg>
      </pc:sldChg>
      <pc:sldChg chg="modSp mod">
        <pc:chgData name="JORGE GALLUD CANO" userId="aa07a950-3061-465d-9845-1f16ea714d1e" providerId="ADAL" clId="{D5F518D7-5D08-48A0-AE37-FAC94EDFC64E}" dt="2025-11-17T07:52:48.112" v="126" actId="20577"/>
        <pc:sldMkLst>
          <pc:docMk/>
          <pc:sldMk cId="3834304839" sldId="544"/>
        </pc:sldMkLst>
        <pc:spChg chg="mod">
          <ac:chgData name="JORGE GALLUD CANO" userId="aa07a950-3061-465d-9845-1f16ea714d1e" providerId="ADAL" clId="{D5F518D7-5D08-48A0-AE37-FAC94EDFC64E}" dt="2025-11-17T07:52:48.112" v="126" actId="20577"/>
          <ac:spMkLst>
            <pc:docMk/>
            <pc:sldMk cId="3834304839" sldId="544"/>
            <ac:spMk id="2" creationId="{A0F77789-5FFE-318E-89FB-F2BE47ACF8A3}"/>
          </ac:spMkLst>
        </pc:spChg>
      </pc:sldChg>
      <pc:sldChg chg="modSp add mod ord">
        <pc:chgData name="JORGE GALLUD CANO" userId="aa07a950-3061-465d-9845-1f16ea714d1e" providerId="ADAL" clId="{D5F518D7-5D08-48A0-AE37-FAC94EDFC64E}" dt="2025-11-17T07:51:45.622" v="122" actId="2164"/>
        <pc:sldMkLst>
          <pc:docMk/>
          <pc:sldMk cId="1714084538" sldId="546"/>
        </pc:sldMkLst>
        <pc:graphicFrameChg chg="modGraphic">
          <ac:chgData name="JORGE GALLUD CANO" userId="aa07a950-3061-465d-9845-1f16ea714d1e" providerId="ADAL" clId="{D5F518D7-5D08-48A0-AE37-FAC94EDFC64E}" dt="2025-11-17T07:51:45.622" v="122" actId="2164"/>
          <ac:graphicFrameMkLst>
            <pc:docMk/>
            <pc:sldMk cId="1714084538" sldId="546"/>
            <ac:graphicFrameMk id="3" creationId="{75B5F2AC-DAD1-A25A-92C4-3A1D23D7EDD1}"/>
          </ac:graphicFrameMkLst>
        </pc:graphicFrameChg>
      </pc:sldChg>
      <pc:sldChg chg="modSp add mod ord">
        <pc:chgData name="JORGE GALLUD CANO" userId="aa07a950-3061-465d-9845-1f16ea714d1e" providerId="ADAL" clId="{D5F518D7-5D08-48A0-AE37-FAC94EDFC64E}" dt="2025-11-17T07:50:32.609" v="95" actId="20577"/>
        <pc:sldMkLst>
          <pc:docMk/>
          <pc:sldMk cId="2788892632" sldId="547"/>
        </pc:sldMkLst>
        <pc:spChg chg="mod">
          <ac:chgData name="JORGE GALLUD CANO" userId="aa07a950-3061-465d-9845-1f16ea714d1e" providerId="ADAL" clId="{D5F518D7-5D08-48A0-AE37-FAC94EDFC64E}" dt="2025-11-17T07:50:32.609" v="95" actId="20577"/>
          <ac:spMkLst>
            <pc:docMk/>
            <pc:sldMk cId="2788892632" sldId="547"/>
            <ac:spMk id="2" creationId="{A478CF4B-C1C6-13D2-B8E8-D5E878C94C23}"/>
          </ac:spMkLst>
        </pc:spChg>
        <pc:graphicFrameChg chg="modGraphic">
          <ac:chgData name="JORGE GALLUD CANO" userId="aa07a950-3061-465d-9845-1f16ea714d1e" providerId="ADAL" clId="{D5F518D7-5D08-48A0-AE37-FAC94EDFC64E}" dt="2025-11-17T07:46:05.566" v="93" actId="2164"/>
          <ac:graphicFrameMkLst>
            <pc:docMk/>
            <pc:sldMk cId="2788892632" sldId="547"/>
            <ac:graphicFrameMk id="3" creationId="{37323687-1D8A-F18E-6201-DFA57EBF2750}"/>
          </ac:graphicFrameMkLst>
        </pc:graphicFrameChg>
      </pc:sldChg>
      <pc:sldChg chg="modSp add mod">
        <pc:chgData name="JORGE GALLUD CANO" userId="aa07a950-3061-465d-9845-1f16ea714d1e" providerId="ADAL" clId="{D5F518D7-5D08-48A0-AE37-FAC94EDFC64E}" dt="2025-11-17T07:50:42.117" v="99" actId="20577"/>
        <pc:sldMkLst>
          <pc:docMk/>
          <pc:sldMk cId="4059919958" sldId="548"/>
        </pc:sldMkLst>
        <pc:spChg chg="mod">
          <ac:chgData name="JORGE GALLUD CANO" userId="aa07a950-3061-465d-9845-1f16ea714d1e" providerId="ADAL" clId="{D5F518D7-5D08-48A0-AE37-FAC94EDFC64E}" dt="2025-11-17T07:50:42.117" v="99" actId="20577"/>
          <ac:spMkLst>
            <pc:docMk/>
            <pc:sldMk cId="4059919958" sldId="548"/>
            <ac:spMk id="2" creationId="{762ADF67-B9C1-3CAC-9F38-C2A630E867A7}"/>
          </ac:spMkLst>
        </pc:spChg>
      </pc:sldChg>
      <pc:sldChg chg="add">
        <pc:chgData name="JORGE GALLUD CANO" userId="aa07a950-3061-465d-9845-1f16ea714d1e" providerId="ADAL" clId="{D5F518D7-5D08-48A0-AE37-FAC94EDFC64E}" dt="2025-11-17T07:51:38.848" v="121" actId="2890"/>
        <pc:sldMkLst>
          <pc:docMk/>
          <pc:sldMk cId="1554437338" sldId="5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1345" y="2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9356850D-52B1-405F-8CD7-E0365C566C9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2" y="9431603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1345" y="9431603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AA1D005A-BFD1-4A33-B93F-A326C62FF4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998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1345" y="2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EA1C35A5-6E39-4CDE-A04F-1B1EEA008340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8813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928" y="4778724"/>
            <a:ext cx="5439410" cy="3909864"/>
          </a:xfrm>
          <a:prstGeom prst="rect">
            <a:avLst/>
          </a:prstGeom>
        </p:spPr>
        <p:txBody>
          <a:bodyPr vert="horz" lIns="91430" tIns="45716" rIns="91430" bIns="45716" rtlCol="0"/>
          <a:lstStyle/>
          <a:p>
            <a:pPr lvl="0"/>
            <a:r>
              <a:rPr lang="es-ES"/>
              <a:t>Edit the text style of the pattern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31603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1345" y="9431603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1AC4CD01-607E-441F-90BB-5949BD8D46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173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2330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B748-F6F8-6AA2-2B2E-9358180AD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564E5-E390-A3E2-629A-6ACAB3061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D0D81-30E6-217F-009F-E6AE603E0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0675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5DB74-EDBE-F2EE-07A6-41F8F1EBC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4D25B-D17D-C9A3-B3A3-459C89E33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C5BA4-6153-6F5B-FE45-C8D65B0DE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H. More </a:t>
            </a:r>
            <a:r>
              <a:rPr lang="es-ES" dirty="0" err="1"/>
              <a:t>liquid</a:t>
            </a:r>
            <a:r>
              <a:rPr lang="es-ES" dirty="0"/>
              <a:t> </a:t>
            </a:r>
            <a:r>
              <a:rPr lang="es-ES" dirty="0" err="1"/>
              <a:t>assets</a:t>
            </a:r>
            <a:r>
              <a:rPr lang="es-ES" dirty="0"/>
              <a:t> and les </a:t>
            </a:r>
            <a:r>
              <a:rPr lang="es-ES" dirty="0" err="1"/>
              <a:t>liabilities</a:t>
            </a:r>
            <a:endParaRPr lang="es-ES" dirty="0"/>
          </a:p>
          <a:p>
            <a:r>
              <a:rPr lang="es-ES" dirty="0"/>
              <a:t>V. Non-</a:t>
            </a:r>
            <a:r>
              <a:rPr lang="es-ES" dirty="0" err="1"/>
              <a:t>current</a:t>
            </a:r>
            <a:r>
              <a:rPr lang="es-ES" dirty="0"/>
              <a:t> A&gt;</a:t>
            </a:r>
            <a:r>
              <a:rPr lang="es-ES" dirty="0" err="1"/>
              <a:t>current</a:t>
            </a:r>
            <a:r>
              <a:rPr lang="es-ES" dirty="0"/>
              <a:t>, </a:t>
            </a:r>
            <a:r>
              <a:rPr lang="es-ES" dirty="0" err="1"/>
              <a:t>also</a:t>
            </a:r>
            <a:r>
              <a:rPr lang="es-ES" dirty="0"/>
              <a:t> in L; </a:t>
            </a:r>
            <a:r>
              <a:rPr lang="es-ES" dirty="0" err="1"/>
              <a:t>stable</a:t>
            </a:r>
            <a:r>
              <a:rPr lang="es-ES" dirty="0"/>
              <a:t> </a:t>
            </a:r>
            <a:r>
              <a:rPr lang="es-ES" dirty="0" err="1"/>
              <a:t>situation</a:t>
            </a:r>
            <a:r>
              <a:rPr lang="es-ES" dirty="0"/>
              <a:t>. </a:t>
            </a:r>
            <a:r>
              <a:rPr lang="es-ES" dirty="0" err="1"/>
              <a:t>Current</a:t>
            </a:r>
            <a:r>
              <a:rPr lang="es-ES" dirty="0"/>
              <a:t> A &gt; L (WC&gt;0)</a:t>
            </a:r>
          </a:p>
        </p:txBody>
      </p:sp>
    </p:spTree>
    <p:extLst>
      <p:ext uri="{BB962C8B-B14F-4D97-AF65-F5344CB8AC3E}">
        <p14:creationId xmlns:p14="http://schemas.microsoft.com/office/powerpoint/2010/main" val="3844553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(a specific year or the previous one). </a:t>
            </a:r>
            <a:r>
              <a:rPr lang="es-ES" dirty="0" err="1"/>
              <a:t>Ex</a:t>
            </a:r>
            <a:r>
              <a:rPr lang="es-ES" dirty="0"/>
              <a:t>:</a:t>
            </a:r>
            <a:r>
              <a:rPr lang="el-GR" dirty="0"/>
              <a:t> Δsales </a:t>
            </a:r>
            <a:r>
              <a:rPr lang="es-ES" dirty="0"/>
              <a:t>similar to</a:t>
            </a:r>
            <a:r>
              <a:rPr lang="el-GR" dirty="0"/>
              <a:t> Δprovisioning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8107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D3E26-EDAA-A28E-0249-BBFFC4F3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5BE4D-2A64-47E9-730F-85507FB6B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229F3-FFE6-7D7F-2B2E-0A005120F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5254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8011A-DE21-9925-3145-09EC2E93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5CC5D-B564-6AFA-6FE2-E4585FD9E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DE060-E123-B58A-852D-7579B5864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3247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5D790-C65A-BBE0-CF31-04047D4A9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683DD-B1FA-3E9C-D762-FF4713726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0ACC5-4108-DEE8-CCDF-44D878997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901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4150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5317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It is not feasible to compare ratios between companies. The sector average is a good benchmark.</a:t>
            </a:r>
          </a:p>
          <a:p>
            <a:r>
              <a:rPr lang="es-ES" dirty="0"/>
              <a:t>To test the effects on ROE, it must be fulfilled that BAII=BAI+Financial expenses (or work with the Financial Result).</a:t>
            </a:r>
          </a:p>
        </p:txBody>
      </p:sp>
    </p:spTree>
    <p:extLst>
      <p:ext uri="{BB962C8B-B14F-4D97-AF65-F5344CB8AC3E}">
        <p14:creationId xmlns:p14="http://schemas.microsoft.com/office/powerpoint/2010/main" val="4021398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7DD55-69A1-3A2A-2571-594F0A697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35F89-1C0B-1236-B284-D76FE7B57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62FC6-5DF1-1147-4F7E-9C6E3B681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0729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B187-B69C-40CE-7C0A-BD2BBFB8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CF11A-8D34-263C-60AB-BD9987283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C37DE-8420-C3EF-AA16-342DF8040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5003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1095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9786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C8A7F-5E8C-B90A-9BA2-A161E05E6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A1192-8E4A-7C93-8A0E-BA8642A8E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137EC-298B-2548-0D96-EC82D2119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0673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6447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FC21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40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FC21</a:t>
            </a:r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44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365126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1355726"/>
            <a:ext cx="3868340" cy="48339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365127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1355726"/>
            <a:ext cx="3887391" cy="48339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FC21</a:t>
            </a:r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470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Click to modify the pattern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 the text style of the pattern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FC21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806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talenthackers.net/quienes-somo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Unit</a:t>
            </a:r>
            <a:r>
              <a:rPr lang="es-ES" dirty="0"/>
              <a:t> 4</a:t>
            </a:r>
            <a:br>
              <a:rPr lang="es-ES" dirty="0"/>
            </a:b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Statement</a:t>
            </a:r>
            <a:r>
              <a:rPr lang="es-ES" dirty="0"/>
              <a:t> </a:t>
            </a:r>
            <a:r>
              <a:rPr lang="es-ES" dirty="0" err="1"/>
              <a:t>Analysis</a:t>
            </a:r>
            <a:endParaRPr lang="es-ES" dirty="0"/>
          </a:p>
        </p:txBody>
      </p:sp>
      <p:sp>
        <p:nvSpPr>
          <p:cNvPr id="18" name="Subtítulo 1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Profitability analysis</a:t>
            </a:r>
          </a:p>
          <a:p>
            <a:r>
              <a:rPr lang="es-ES"/>
              <a:t>Financial analysis</a:t>
            </a:r>
            <a:endParaRPr lang="es-ES" dirty="0"/>
          </a:p>
          <a:p>
            <a:r>
              <a:rPr lang="es-ES" dirty="0"/>
              <a:t>Growth analysis</a:t>
            </a:r>
          </a:p>
        </p:txBody>
      </p:sp>
    </p:spTree>
    <p:extLst>
      <p:ext uri="{BB962C8B-B14F-4D97-AF65-F5344CB8AC3E}">
        <p14:creationId xmlns:p14="http://schemas.microsoft.com/office/powerpoint/2010/main" val="707880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70EA-DFB9-C5C1-1AB0-FCFEDEB3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8CF4B-C1C6-13D2-B8E8-D5E878C9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 1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9CAD72-6175-C2D1-D599-699DE555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2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7323687-1D8A-F18E-6201-DFA57EBF2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96687"/>
              </p:ext>
            </p:extLst>
          </p:nvPr>
        </p:nvGraphicFramePr>
        <p:xfrm>
          <a:off x="628650" y="1690689"/>
          <a:ext cx="5400000" cy="40802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endParaRPr lang="es-E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T-1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124.000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130.000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76.000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80.000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Inventories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Trade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Receivables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17.000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u="none" strike="noStrike" dirty="0">
                          <a:effectLst/>
                        </a:rPr>
                        <a:t> ∟ Cash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41.000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23.000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974392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Assets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Equity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16.200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143.000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150.000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40.800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48.000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Suppliers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28.000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Other current liabilities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10.800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E+Liabilities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89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53FF-2393-18F8-F423-0862A567F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ADF67-B9C1-3CAC-9F38-C2A630E86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 1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A7726E-E74E-8418-045D-B54C1BE7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3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5CCB113-2E87-73D6-CE8F-5974F1574DB7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690689"/>
          <a:ext cx="7560000" cy="40802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757293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993671214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endParaRPr lang="es-E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T-1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Origin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Use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124.000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130.000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6.000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76.000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80.000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Inventories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20.000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Trade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Receivables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17.000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u="none" strike="noStrike" dirty="0">
                          <a:effectLst/>
                        </a:rPr>
                        <a:t> ∟ Cash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41.000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23.000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18.000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974392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Assets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Equity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16.200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4.200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143.000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150.000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7.000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40.800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48.000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7.200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Suppliers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28.000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Other current liabilities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10.800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9.200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E+Liabilities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91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Introduction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Profitability and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risk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dirty="0" err="1">
                <a:solidFill>
                  <a:prstClr val="black"/>
                </a:solidFill>
                <a:latin typeface="Montserrat"/>
              </a:rPr>
              <a:t>Financial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dirty="0" err="1">
                <a:solidFill>
                  <a:prstClr val="black"/>
                </a:solidFill>
                <a:latin typeface="Montserrat"/>
              </a:rPr>
              <a:t>analysis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Environment, sector, strategy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Percentage analysis:</a:t>
            </a:r>
          </a:p>
          <a:p>
            <a:pPr lvl="1">
              <a:lnSpc>
                <a:spcPct val="150000"/>
              </a:lnSpc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Vertical (static): relative weight of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asset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items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.</a:t>
            </a:r>
            <a:br>
              <a:rPr lang="es-ES" dirty="0">
                <a:solidFill>
                  <a:prstClr val="black"/>
                </a:solidFill>
                <a:latin typeface="Montserrat"/>
              </a:rPr>
            </a:br>
            <a:r>
              <a:rPr lang="en-GB" noProof="0" dirty="0"/>
              <a:t>Structural variations are observed over time.</a:t>
            </a:r>
          </a:p>
          <a:p>
            <a:pPr lvl="1">
              <a:lnSpc>
                <a:spcPct val="150000"/>
              </a:lnSpc>
            </a:pPr>
            <a:r>
              <a:rPr lang="en-GB" noProof="0" dirty="0">
                <a:solidFill>
                  <a:prstClr val="black"/>
                </a:solidFill>
                <a:latin typeface="Montserrat"/>
              </a:rPr>
              <a:t>Horizontal (dynamic): comparison of the i</a:t>
            </a:r>
            <a:r>
              <a:rPr lang="en-GB" noProof="0" dirty="0">
                <a:solidFill>
                  <a:prstClr val="black"/>
                </a:solidFill>
              </a:rPr>
              <a:t>tems’ </a:t>
            </a:r>
            <a:r>
              <a:rPr lang="en-GB" noProof="0" dirty="0">
                <a:solidFill>
                  <a:prstClr val="black"/>
                </a:solidFill>
                <a:latin typeface="Montserrat"/>
              </a:rPr>
              <a:t>growth.</a:t>
            </a:r>
            <a:br>
              <a:rPr lang="en-GB" noProof="0" dirty="0">
                <a:solidFill>
                  <a:prstClr val="black"/>
                </a:solidFill>
                <a:latin typeface="Montserrat"/>
              </a:rPr>
            </a:br>
            <a:r>
              <a:rPr lang="en-GB" noProof="0" dirty="0"/>
              <a:t>Over a base year (previous or specific)</a:t>
            </a:r>
            <a:br>
              <a:rPr lang="en-GB" noProof="0" dirty="0"/>
            </a:br>
            <a:r>
              <a:rPr lang="en-GB" noProof="0" dirty="0"/>
              <a:t>Contrast in </a:t>
            </a:r>
            <a:r>
              <a:rPr lang="en-GB" noProof="0"/>
              <a:t>growth rates.</a:t>
            </a:r>
            <a:endParaRPr kumimoji="0" lang="en-GB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4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0E6129-06BF-3834-9919-137E0FAC5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568" y="689014"/>
            <a:ext cx="3800782" cy="157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5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1C334-D3CE-D8B5-5FF3-216DEA27E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B5189-3A94-74B0-3891-A0EDE755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Example 2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9EE042-CC2B-C7FD-F90C-B0525628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5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5B5F2AC-DAD1-A25A-92C4-3A1D23D7E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903265"/>
              </p:ext>
            </p:extLst>
          </p:nvPr>
        </p:nvGraphicFramePr>
        <p:xfrm>
          <a:off x="628650" y="1690689"/>
          <a:ext cx="5400000" cy="40802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endParaRPr lang="es-E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T-3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350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Inventories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Trade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Receivables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u="none" strike="noStrike" dirty="0">
                          <a:effectLst/>
                        </a:rPr>
                        <a:t> ∟ Cash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50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974392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Assets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1.020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Equity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354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155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90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u="none" strike="noStrike" dirty="0">
                          <a:effectLst/>
                        </a:rPr>
                        <a:t>573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Suppliers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223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80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Other current liabilities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350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E+Liabilities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1.020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084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7FB75-CB8C-5E59-A951-2B55B212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B523E-75AB-9055-00DE-9BE3BE0C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Example 2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92110F-A213-F004-1489-9EA3F44C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6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3AF3BCC-3B01-D59F-8A1E-38998BA6C472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690689"/>
          <a:ext cx="7560000" cy="40802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23822067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611150501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endParaRPr lang="es-E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T-3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Origin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Use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350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300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Inventories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200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Trade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Receivables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90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u="none" strike="noStrike" dirty="0">
                          <a:effectLst/>
                        </a:rPr>
                        <a:t> ∟ Cash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50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974392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Assets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1.020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Equity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354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155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199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90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u="none" strike="noStrike" dirty="0">
                          <a:effectLst/>
                        </a:rPr>
                        <a:t>573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193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Suppliers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223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80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143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Other current liabilities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350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E+Liabilities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1.020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43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BC3EE-A5D8-3ACC-00F5-D36D56824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86B47-2AB3-EFA3-ACF5-E35903BA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E8A3EDC-33E5-C381-3856-A48E525039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49" y="1690689"/>
          <a:ext cx="8035050" cy="408025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56000">
                  <a:extLst>
                    <a:ext uri="{9D8B030D-6E8A-4147-A177-3AD203B41FA5}">
                      <a16:colId xmlns:a16="http://schemas.microsoft.com/office/drawing/2014/main" val="3877755856"/>
                    </a:ext>
                  </a:extLst>
                </a:gridCol>
                <a:gridCol w="1226350">
                  <a:extLst>
                    <a:ext uri="{9D8B030D-6E8A-4147-A177-3AD203B41FA5}">
                      <a16:colId xmlns:a16="http://schemas.microsoft.com/office/drawing/2014/main" val="2789156037"/>
                    </a:ext>
                  </a:extLst>
                </a:gridCol>
                <a:gridCol w="1226350">
                  <a:extLst>
                    <a:ext uri="{9D8B030D-6E8A-4147-A177-3AD203B41FA5}">
                      <a16:colId xmlns:a16="http://schemas.microsoft.com/office/drawing/2014/main" val="1990428561"/>
                    </a:ext>
                  </a:extLst>
                </a:gridCol>
                <a:gridCol w="1226350">
                  <a:extLst>
                    <a:ext uri="{9D8B030D-6E8A-4147-A177-3AD203B41FA5}">
                      <a16:colId xmlns:a16="http://schemas.microsoft.com/office/drawing/2014/main" val="1279574495"/>
                    </a:ext>
                  </a:extLst>
                </a:gridCol>
              </a:tblGrid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Income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Statement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2022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2021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2020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9042211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∟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Revenue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1406.15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1063.69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95.74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59932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Costs of goods sold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82.53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28.75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n.a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.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50957525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Gross </a:t>
                      </a:r>
                      <a:r>
                        <a:rPr lang="es-ES" sz="18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profit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1323.62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1034.94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95.74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84414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Other operating 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expense (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income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1243.85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943.39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208.24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5187633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</a:t>
                      </a:r>
                      <a:r>
                        <a:rPr lang="es-ES" sz="18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Operating</a:t>
                      </a:r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s-ES" sz="18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profit</a:t>
                      </a:r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(</a:t>
                      </a:r>
                      <a:r>
                        <a:rPr lang="es-ES" sz="18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loss</a:t>
                      </a:r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) [EBIT]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79.77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91.55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-112.50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3883505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Financial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profit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(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loss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-0.14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-0.85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50648296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    ∟ Financial revenue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0.05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n.a.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n.a.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0379808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    ∟ Financial expenses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0.20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0.85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n.a.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06057946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Profit (loss) before tax [PBT]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79.63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90.71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-112.50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6822894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 ∟ Income tax expenses (benefit)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22.10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23.00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-28.13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7369603"/>
                  </a:ext>
                </a:extLst>
              </a:tr>
              <a:tr h="59309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Profit (loss) for the period [Net income]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57.53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67.71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-84.38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50454202"/>
                  </a:ext>
                </a:extLst>
              </a:tr>
            </a:tbl>
          </a:graphicData>
        </a:graphic>
      </p:graphicFrame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25F714-F437-AB06-B6D7-143C730F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4647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8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AAD1CAF-B3BE-5E6C-A8DE-E6F6C6C1860A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690689"/>
          <a:ext cx="8035050" cy="40802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86796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249418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249418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  <a:gridCol w="1249418">
                  <a:extLst>
                    <a:ext uri="{9D8B030D-6E8A-4147-A177-3AD203B41FA5}">
                      <a16:colId xmlns:a16="http://schemas.microsoft.com/office/drawing/2014/main" val="1009356164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Balance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Sheet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31/12/2022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31/12/2021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31/12/2020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effectLst/>
                        </a:rPr>
                        <a:t>409.71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358.70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241.12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415.74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339.05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169.70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Debtors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331.26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285.94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141.06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Other current assets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84.47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53.11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28.64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Shareholders funds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43.81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-13.72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-81.43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Capital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3.00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3.00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3.00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Other shareholders funds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40.81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-16.72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-84.43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61841823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effectLst/>
                        </a:rPr>
                        <a:t>0.00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effectLst/>
                        </a:rPr>
                        <a:t>0.00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0.00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781.64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711.47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492.24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Creditors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0.00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0.00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316.82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Other current liabilities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781.64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711.47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175.42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assets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825.445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697.75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410.813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99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9</a:t>
            </a:fld>
            <a:endParaRPr lang="es-ES"/>
          </a:p>
        </p:txBody>
      </p:sp>
      <p:pic>
        <p:nvPicPr>
          <p:cNvPr id="2051" name="Picture 3" descr="Publica una oferta | Talent Hackers, la plataforma del talento">
            <a:hlinkClick r:id="rId3"/>
            <a:extLst>
              <a:ext uri="{FF2B5EF4-FFF2-40B4-BE49-F238E27FC236}">
                <a16:creationId xmlns:a16="http://schemas.microsoft.com/office/drawing/2014/main" id="{B8DAF9F9-69A9-306C-8D82-01150D772A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7" y="738189"/>
            <a:ext cx="481012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atenon | Talento AHK">
            <a:extLst>
              <a:ext uri="{FF2B5EF4-FFF2-40B4-BE49-F238E27FC236}">
                <a16:creationId xmlns:a16="http://schemas.microsoft.com/office/drawing/2014/main" id="{7EF959A8-EA2C-2CCD-1A4B-678E679CB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7" y="1762125"/>
            <a:ext cx="333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91AF63C3-3837-6E51-7C8C-816436C42BDB}"/>
              </a:ext>
            </a:extLst>
          </p:cNvPr>
          <p:cNvSpPr txBox="1"/>
          <p:nvPr/>
        </p:nvSpPr>
        <p:spPr>
          <a:xfrm>
            <a:off x="1673852" y="4449544"/>
            <a:ext cx="36363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BvD</a:t>
            </a:r>
            <a:r>
              <a:rPr lang="en-US" dirty="0"/>
              <a:t> ID: ESB88448998</a:t>
            </a:r>
          </a:p>
          <a:p>
            <a:r>
              <a:rPr lang="en-US" dirty="0"/>
              <a:t>Orbis ID: 460865380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0AEAE8-C5DE-E6EA-64A1-41E68686F96A}"/>
              </a:ext>
            </a:extLst>
          </p:cNvPr>
          <p:cNvSpPr txBox="1"/>
          <p:nvPr/>
        </p:nvSpPr>
        <p:spPr>
          <a:xfrm>
            <a:off x="1673852" y="2746951"/>
            <a:ext cx="36363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Ultimate Owner of this controlled subsidiary is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7792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Profitability analysis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Economic analysis: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results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(PL) vs.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investment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(BS)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ROA = 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EBIT / A</a:t>
            </a:r>
          </a:p>
          <a:p>
            <a:pPr lvl="1">
              <a:lnSpc>
                <a:spcPct val="150000"/>
              </a:lnSpc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Margin</a:t>
            </a:r>
          </a:p>
          <a:p>
            <a:pPr lvl="1">
              <a:lnSpc>
                <a:spcPct val="150000"/>
              </a:lnSpc>
            </a:pPr>
            <a:r>
              <a:rPr lang="es-ES" dirty="0" err="1">
                <a:solidFill>
                  <a:prstClr val="black"/>
                </a:solidFill>
                <a:latin typeface="Montserrat"/>
              </a:rPr>
              <a:t>Turnover</a:t>
            </a:r>
            <a:endParaRPr lang="es-ES" dirty="0">
              <a:solidFill>
                <a:prstClr val="black"/>
              </a:solidFill>
              <a:latin typeface="Montserra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ROE = 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EBT 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/ E</a:t>
            </a:r>
          </a:p>
          <a:p>
            <a:pPr lvl="1">
              <a:lnSpc>
                <a:spcPct val="150000"/>
              </a:lnSpc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Economic effect</a:t>
            </a:r>
          </a:p>
          <a:p>
            <a:pPr lvl="1">
              <a:lnSpc>
                <a:spcPct val="150000"/>
              </a:lnSpc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Financial effect: cost of debt 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*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leverage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5192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548A-DCF2-8CF2-B75B-B6DCC003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B60E7-869D-ED38-47FB-7AC984FD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 3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9C49A8-D91D-CDD4-E57F-BA458F7B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11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28E1BA4-AFAB-F5ED-7946-C36A65407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368938"/>
              </p:ext>
            </p:extLst>
          </p:nvPr>
        </p:nvGraphicFramePr>
        <p:xfrm>
          <a:off x="628650" y="1690689"/>
          <a:ext cx="7200000" cy="47079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Balance SHEET</a:t>
                      </a:r>
                      <a:endParaRPr lang="es-E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T-1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124.000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130.000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Intangible </a:t>
                      </a:r>
                      <a:r>
                        <a:rPr lang="es-ES" sz="1800" u="none" strike="noStrike" dirty="0" err="1">
                          <a:effectLst/>
                        </a:rPr>
                        <a:t>fixed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assets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41.000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08410855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Property</a:t>
                      </a:r>
                      <a:r>
                        <a:rPr lang="es-ES" sz="1800" u="none" strike="noStrike" dirty="0">
                          <a:effectLst/>
                        </a:rPr>
                        <a:t>, </a:t>
                      </a:r>
                      <a:r>
                        <a:rPr lang="es-ES" sz="1800" u="none" strike="noStrike" dirty="0" err="1">
                          <a:effectLst/>
                        </a:rPr>
                        <a:t>Plant</a:t>
                      </a:r>
                      <a:r>
                        <a:rPr lang="es-ES" sz="1800" u="none" strike="noStrike" dirty="0">
                          <a:effectLst/>
                        </a:rPr>
                        <a:t> and </a:t>
                      </a:r>
                      <a:r>
                        <a:rPr lang="es-ES" sz="1800" u="none" strike="noStrike" dirty="0" err="1">
                          <a:effectLst/>
                        </a:rPr>
                        <a:t>Equipment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99.000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90.000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544845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Current</a:t>
                      </a:r>
                      <a:r>
                        <a:rPr lang="es-ES" sz="1800" b="1" u="none" strike="noStrike" dirty="0">
                          <a:effectLst/>
                        </a:rPr>
                        <a:t>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76.000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80.000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Inventories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Trade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Receivables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17.000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u="none" strike="noStrike" dirty="0">
                          <a:effectLst/>
                        </a:rPr>
                        <a:t> ∟ Cash and cash equivalents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41.000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23.000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974392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Equity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16.200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Reserves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143.000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150.000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40.800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48.000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Suppliers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28.000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Other current liabilities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10.800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A = E+L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43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C2B3B-4CE4-0683-692E-9CA4E8AF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77789-5FFE-318E-89FB-F2BE47AC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r>
              <a:rPr lang="es-ES"/>
              <a:t> 3</a:t>
            </a:r>
            <a:endParaRPr lang="es-E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F9733B3-3BDF-EEBB-67C7-711A33ED61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623893"/>
              </p:ext>
            </p:extLst>
          </p:nvPr>
        </p:nvGraphicFramePr>
        <p:xfrm>
          <a:off x="628649" y="1690689"/>
          <a:ext cx="7200000" cy="4754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387775585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78915603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990428561"/>
                    </a:ext>
                  </a:extLst>
                </a:gridCol>
              </a:tblGrid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Profit 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and loss account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T-1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9042211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∟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Revenue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120.000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70.000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59932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Operating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expenses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40.000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35.000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50957525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Gross profit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80.000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35.000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84414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Other operating expenses (income)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40.000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5.000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5187633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Operating result (EBIT)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40.000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30.000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3883505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Financial result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(6.000)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(20.000)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50648296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    ∟ Financial income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0379808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    ∟ Financial expenses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6.000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06057946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Profit before tax (EBT)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34.000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10.000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6822894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Profit tax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6.000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73696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Profit for </a:t>
                      </a: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the year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28.000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8.000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5504542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Market capitalisation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280.000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240.000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24216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 err="1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No. of </a:t>
                      </a:r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shares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112.000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112.000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9126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Closing price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2,50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2,14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321594"/>
                  </a:ext>
                </a:extLst>
              </a:tr>
            </a:tbl>
          </a:graphicData>
        </a:graphic>
      </p:graphicFrame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DD54EB-DCB2-B8CC-0E3A-F52CF7B7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4304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Financial analysis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Financial analysis: 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ability to meet debts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In the short term, </a:t>
            </a:r>
            <a:r>
              <a:rPr lang="es-ES" b="1" dirty="0">
                <a:solidFill>
                  <a:prstClr val="black"/>
                </a:solidFill>
                <a:latin typeface="Montserrat"/>
              </a:rPr>
              <a:t>liquidity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: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lvl="1">
              <a:lnSpc>
                <a:spcPct val="150000"/>
              </a:lnSpc>
              <a:tabLst>
                <a:tab pos="5111750" algn="l"/>
              </a:tabLst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Working capital = CA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- CL (over A)</a:t>
            </a:r>
            <a:endParaRPr lang="es-ES" dirty="0">
              <a:solidFill>
                <a:prstClr val="black"/>
              </a:solidFill>
              <a:latin typeface="Montserrat"/>
            </a:endParaRPr>
          </a:p>
          <a:p>
            <a:pPr lvl="1">
              <a:lnSpc>
                <a:spcPct val="150000"/>
              </a:lnSpc>
              <a:tabLst>
                <a:tab pos="5111750" algn="l"/>
              </a:tabLst>
            </a:pPr>
            <a:r>
              <a:rPr lang="es-ES" dirty="0" err="1">
                <a:solidFill>
                  <a:prstClr val="black"/>
                </a:solidFill>
                <a:latin typeface="Montserrat"/>
              </a:rPr>
              <a:t>Average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dirty="0" err="1">
                <a:solidFill>
                  <a:prstClr val="black"/>
                </a:solidFill>
                <a:latin typeface="Montserrat"/>
              </a:rPr>
              <a:t>payback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 time</a:t>
            </a:r>
          </a:p>
          <a:p>
            <a:pPr lvl="1">
              <a:lnSpc>
                <a:spcPct val="150000"/>
              </a:lnSpc>
              <a:tabLst>
                <a:tab pos="5111750" algn="l"/>
              </a:tabLst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Liquidity ratio = 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CA / CL (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subtract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inventories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for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acid</a:t>
            </a:r>
            <a:r>
              <a:rPr kumimoji="0" lang="es-ES" b="0" i="0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test)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>
              <a:lnSpc>
                <a:spcPct val="150000"/>
              </a:lnSpc>
              <a:tabLst>
                <a:tab pos="5111750" algn="l"/>
              </a:tabLst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In </a:t>
            </a:r>
            <a:r>
              <a:rPr lang="es-ES" dirty="0" err="1">
                <a:solidFill>
                  <a:prstClr val="black"/>
                </a:solidFill>
                <a:latin typeface="Montserrat"/>
              </a:rPr>
              <a:t>the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dirty="0" err="1">
                <a:solidFill>
                  <a:prstClr val="black"/>
                </a:solidFill>
                <a:latin typeface="Montserrat"/>
              </a:rPr>
              <a:t>long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dirty="0" err="1">
                <a:solidFill>
                  <a:prstClr val="black"/>
                </a:solidFill>
                <a:latin typeface="Montserrat"/>
              </a:rPr>
              <a:t>term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, </a:t>
            </a:r>
            <a:r>
              <a:rPr kumimoji="0" lang="es-ES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solvency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: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lvl="1">
              <a:lnSpc>
                <a:spcPct val="150000"/>
              </a:lnSpc>
              <a:tabLst>
                <a:tab pos="5111750" algn="l"/>
              </a:tabLst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Solvency Ratio = 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A 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/ P</a:t>
            </a:r>
          </a:p>
          <a:p>
            <a:pPr lvl="1">
              <a:lnSpc>
                <a:spcPct val="150000"/>
              </a:lnSpc>
              <a:tabLst>
                <a:tab pos="5111750" algn="l"/>
              </a:tabLst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Z Altman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8481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EB62C-530D-CAA1-C1E9-9A6797C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CFS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1C0237A-71FA-8EB3-C80C-9905220E82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5854110"/>
              </p:ext>
            </p:extLst>
          </p:nvPr>
        </p:nvGraphicFramePr>
        <p:xfrm>
          <a:off x="628649" y="1825625"/>
          <a:ext cx="5220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361366480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35675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6468438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7690195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Life cycle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CFO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CFI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CFF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458914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introduction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960781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growth</a:t>
                      </a: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055146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maturity</a:t>
                      </a: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914317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decline</a:t>
                      </a: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0834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restructuring</a:t>
                      </a: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443713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liquidation</a:t>
                      </a: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503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932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47DF-8932-0447-009D-7B2CC65E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4A601-F5FD-9557-F334-48E76486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Growth analysis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91E7FC-258C-0945-900A-0D9010FF3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Horizontal percentages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How does the company grow?</a:t>
            </a:r>
          </a:p>
          <a:p>
            <a:pPr lvl="1">
              <a:lnSpc>
                <a:spcPct val="150000"/>
              </a:lnSpc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Internally, for retained earnings.</a:t>
            </a:r>
          </a:p>
          <a:p>
            <a:pPr lvl="1">
              <a:lnSpc>
                <a:spcPct val="150000"/>
              </a:lnSpc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Externally, through debt.</a:t>
            </a:r>
          </a:p>
          <a:p>
            <a:pPr>
              <a:lnSpc>
                <a:spcPct val="150000"/>
              </a:lnSpc>
              <a:tabLst>
                <a:tab pos="5111750" algn="l"/>
              </a:tabLst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Does the company create value?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lvl="1">
              <a:lnSpc>
                <a:spcPct val="150000"/>
              </a:lnSpc>
              <a:tabLst>
                <a:tab pos="5111750" algn="l"/>
              </a:tabLst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Market value vs. book value (MB).</a:t>
            </a:r>
          </a:p>
          <a:p>
            <a:pPr lvl="1">
              <a:lnSpc>
                <a:spcPct val="150000"/>
              </a:lnSpc>
              <a:tabLst>
                <a:tab pos="5111750" algn="l"/>
              </a:tabLst>
            </a:pPr>
            <a:r>
              <a:rPr lang="es-ES">
                <a:solidFill>
                  <a:prstClr val="black"/>
                </a:solidFill>
                <a:latin typeface="Montserrat"/>
              </a:rPr>
              <a:t>Price vs. 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earnings (PER).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558377-8535-2562-4915-A78B1469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98345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jgk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1031</Words>
  <Application>Microsoft Office PowerPoint</Application>
  <PresentationFormat>Presentación en pantalla (4:3)</PresentationFormat>
  <Paragraphs>468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Montserrat</vt:lpstr>
      <vt:lpstr>Montserrat SemiBold</vt:lpstr>
      <vt:lpstr>Wingdings</vt:lpstr>
      <vt:lpstr>Tema de Office</vt:lpstr>
      <vt:lpstr>Unit 4 Financial Statement Analysis</vt:lpstr>
      <vt:lpstr>Example 1</vt:lpstr>
      <vt:lpstr>Example 1</vt:lpstr>
      <vt:lpstr>Introduction</vt:lpstr>
      <vt:lpstr>Example 2</vt:lpstr>
      <vt:lpstr>Example 2</vt:lpstr>
      <vt:lpstr>TH</vt:lpstr>
      <vt:lpstr>TH</vt:lpstr>
      <vt:lpstr>Presentación de PowerPoint</vt:lpstr>
      <vt:lpstr>Profitability analysis</vt:lpstr>
      <vt:lpstr>Example 3</vt:lpstr>
      <vt:lpstr>Example 3</vt:lpstr>
      <vt:lpstr>Financial analysis</vt:lpstr>
      <vt:lpstr>CFS</vt:lpstr>
      <vt:lpstr>Growth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, docId:E9EC07B154617142189B27290182C271</cp:keywords>
  <cp:lastModifiedBy>JORGE GALLUD CANO</cp:lastModifiedBy>
  <cp:revision>1</cp:revision>
  <dcterms:created xsi:type="dcterms:W3CDTF">2021-03-24T11:03:23Z</dcterms:created>
  <dcterms:modified xsi:type="dcterms:W3CDTF">2025-11-24T09:38:33Z</dcterms:modified>
</cp:coreProperties>
</file>